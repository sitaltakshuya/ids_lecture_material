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0367-6A2B-35BB-5BF7-04392ECBC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EB42C-7077-97E7-1896-5D90B5BBE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BE996-A5D5-8F68-F89E-F2A7F332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CBB1-BA9F-FBB0-F975-BF151A27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0005-6EE1-FF4F-BF5C-F1201BF2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6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4C08-F539-C764-EBEF-458E4D71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539E2-DE62-C63C-C9DC-20A297F1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8C45F-2BBF-433B-D4A6-40459E7B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E90DF-3F71-22CF-6686-1F61B342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F00A-E73E-6E99-3BA1-96F13600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2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3455-FB98-C022-9EE4-7A1FAABFE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04ADA-87F2-1641-D1BD-64C35A32F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54A1-EE90-E651-015F-BA9805BC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EB576-8581-3A5E-E596-451B4CFF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24280-7822-463A-CDCD-1183E65F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9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F33A-FA68-CF9D-0EC8-B60F8BB6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B980-CDD3-0F08-6C57-EB40BC231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6EFF3-5C70-A209-3D7A-D89DE1C0F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FAF95-6AB6-8539-645A-4D49A4C5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6301D-441D-1E3E-BDC6-8FDBC2A3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F352A-DA2C-9B8F-6263-95722348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89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B6A9-EEB9-8A0A-4A0B-6CE6D7E7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DB6C2-6C6E-BFF8-535C-CF6436F24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0000E-FD03-7984-217F-27CCD0C5D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82FD7-3493-1374-B405-7C9B4C148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2FFDF-544C-EEA6-15F7-C998C30A6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D61ED-80B5-598B-24A5-C40C6718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EE03F-63C8-DB4A-BB1A-D592FD961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A5478-F795-53AC-6E2D-6237C646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30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245F-8EF1-570C-63CC-2EB0B415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01419-CFFE-A750-1C67-6609BE69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A8118-312F-7A16-39C4-6287AB5D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0ABF6-B8BB-C7E9-0CF0-57053BAA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99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23005-8506-7D0C-38CD-32C4F19A0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9CD47-0DA5-E822-A31D-E80EE67D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BFE5C-7954-822B-BCA2-7A4B2F07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AF5F-77C9-D235-63A4-B961E6CB8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589BB-4A44-609C-4FEB-2E93E367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A80FD-E931-7420-53B4-4297C6ABA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C1E8B-8C4B-CC1C-C743-83D23EAE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EB8EA-E12C-52E2-62F2-71E5343C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AB1D-4BC8-0F34-A10D-89A6BDBD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02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E45A-22D2-444C-E730-79C3F9C8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155FD-4BCA-F39A-94A2-8B8DE76B9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8CEDD-E3D4-2CE2-5C02-409A56533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2C113-EAD0-EC2F-2F59-C581AAF3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78357-F20E-2E3F-92A5-B087FC0C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67E2B-0C5A-C425-27A8-D7CA2411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1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13E-FD28-353B-DA39-314F322A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6866-3581-400A-DBC2-55FE25333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BCB46-F2C9-FE32-C971-7EEDC2C0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42C2-8E6A-BADE-915F-85E717D01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10834-578F-55E1-4422-B388D105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82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9675E-13D7-EFAB-17D7-EC085CDF7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1549A-F71E-C360-B47B-26E837142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76FE4-72F4-05C8-6C85-6AF8B4F94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9A10-69BB-536D-B1CB-B772054E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E652F-5DFF-5B97-14CE-9453AE0C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7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3A6C5-CFC6-1795-862E-4EB2AC32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43EF3-24C8-6666-DBB6-C25B9B3A8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1047A-89BA-648F-EEAB-DA4FA4653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195C5-AC1E-49F0-9CC5-E5956BA7CD4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F793-598C-6778-3363-0B6A12775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10A4-9A3B-16A2-5367-05C8624D7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AAB3A-0868-4A1C-80F0-892D097C7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99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6909-1E41-5414-34B6-2C9037E05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Exploratory Data Analysis: Summarizing the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24035-FAB7-CDBB-3FF3-24EF09FAFA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-SITAL SAHRMA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18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75AD-D5BD-845A-7617-C110B665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 to 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9893E-0F71-B3A2-77D0-E9101E432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the process of examining, organizing, summarizing, and visualizing a dataset before applying statistical models or machine-learning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60673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8DC4-5C01-6FD0-C755-E20C7518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Summarizing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117A7-556D-F7B9-2FAC-CA550BAFC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83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66A1-EBCA-F874-D41C-760D2C0C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410B9-1325-239E-C868-747B016A5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Categorical Data</a:t>
            </a:r>
          </a:p>
          <a:p>
            <a:r>
              <a:rPr lang="en-IN" b="1" dirty="0"/>
              <a:t>Nominal:</a:t>
            </a:r>
            <a:r>
              <a:rPr lang="en-IN" dirty="0"/>
              <a:t> Categories have no natural order.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Red, Blue, Green</a:t>
            </a:r>
          </a:p>
          <a:p>
            <a:r>
              <a:rPr lang="en-IN" b="1" dirty="0"/>
              <a:t>Ordinal:</a:t>
            </a:r>
            <a:r>
              <a:rPr lang="en-IN" dirty="0"/>
              <a:t> Categories have an order.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Poor &lt; Average &lt; Good &lt; Excellent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98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39BF-F959-91B7-45BD-6E08CEF2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E5B1-195A-B9F7-B212-84001AEA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9098" cy="4667250"/>
          </a:xfrm>
        </p:spPr>
        <p:txBody>
          <a:bodyPr>
            <a:normAutofit/>
          </a:bodyPr>
          <a:lstStyle/>
          <a:p>
            <a:r>
              <a:rPr lang="en-IN" dirty="0"/>
              <a:t>Numerical Data</a:t>
            </a:r>
          </a:p>
          <a:p>
            <a:r>
              <a:rPr lang="en-IN" b="1" dirty="0"/>
              <a:t>Discrete:</a:t>
            </a:r>
            <a:r>
              <a:rPr lang="en-IN" dirty="0"/>
              <a:t> Countable values.</a:t>
            </a:r>
          </a:p>
          <a:p>
            <a:r>
              <a:rPr lang="en-IN" dirty="0"/>
              <a:t>Example:</a:t>
            </a:r>
          </a:p>
          <a:p>
            <a:pPr lvl="0"/>
            <a:r>
              <a:rPr lang="en-IN" dirty="0"/>
              <a:t>Number of students = 50 </a:t>
            </a:r>
          </a:p>
          <a:p>
            <a:pPr lvl="0"/>
            <a:r>
              <a:rPr lang="en-IN" dirty="0"/>
              <a:t>Number of defects = 4 </a:t>
            </a:r>
          </a:p>
          <a:p>
            <a:r>
              <a:rPr lang="en-IN" b="1" dirty="0"/>
              <a:t>Continuous:</a:t>
            </a:r>
            <a:r>
              <a:rPr lang="en-IN" dirty="0"/>
              <a:t> Can take values within a range.</a:t>
            </a:r>
          </a:p>
          <a:p>
            <a:r>
              <a:rPr lang="en-IN" dirty="0"/>
              <a:t>Example:</a:t>
            </a:r>
          </a:p>
          <a:p>
            <a:pPr lvl="0"/>
            <a:r>
              <a:rPr lang="en-IN" dirty="0"/>
              <a:t>Height = 172.5 cm </a:t>
            </a:r>
          </a:p>
          <a:p>
            <a:pPr lvl="0"/>
            <a:r>
              <a:rPr lang="en-IN" dirty="0"/>
              <a:t>Temperature = 36.7°C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80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0361-5DF7-9895-F808-54931181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Measures of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A400-1382-3163-2610-6369F6C1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DB3F-8420-C14B-5C34-392B5B3D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Measures of 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9852-D19C-DB1D-2ECB-633183E22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two datasets:</a:t>
            </a:r>
          </a:p>
          <a:p>
            <a:r>
              <a:rPr lang="en-IN" dirty="0"/>
              <a:t>A:48,49,50,51,52 </a:t>
            </a:r>
          </a:p>
          <a:p>
            <a:r>
              <a:rPr lang="en-IN" dirty="0"/>
              <a:t>B:10,30,50,70,90</a:t>
            </a:r>
          </a:p>
          <a:p>
            <a:r>
              <a:rPr lang="en-IN" dirty="0"/>
              <a:t>Now calculate the mean</a:t>
            </a:r>
          </a:p>
        </p:txBody>
      </p:sp>
    </p:spTree>
    <p:extLst>
      <p:ext uri="{BB962C8B-B14F-4D97-AF65-F5344CB8AC3E}">
        <p14:creationId xmlns:p14="http://schemas.microsoft.com/office/powerpoint/2010/main" val="243530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5650-5599-C02C-3900-6266D879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8539-8C57-ED5E-8C74-78DA4AF8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MAX-MIN</a:t>
            </a:r>
          </a:p>
        </p:txBody>
      </p:sp>
    </p:spTree>
    <p:extLst>
      <p:ext uri="{BB962C8B-B14F-4D97-AF65-F5344CB8AC3E}">
        <p14:creationId xmlns:p14="http://schemas.microsoft.com/office/powerpoint/2010/main" val="6880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0FDC-720F-1F44-4604-9E233A3B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D3431-4805-5F78-C75F-C826B6A9A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90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164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Exploratory Data Analysis: Summarizing the Data</vt:lpstr>
      <vt:lpstr>1. Introduction to Exploratory Data Analysis (EDA)</vt:lpstr>
      <vt:lpstr>2. Summarizing Data</vt:lpstr>
      <vt:lpstr>3. Types of Data</vt:lpstr>
      <vt:lpstr>3. Types of Data</vt:lpstr>
      <vt:lpstr>4. Measures of Central Tendency</vt:lpstr>
      <vt:lpstr> Measures of Dispersion</vt:lpstr>
      <vt:lpstr>8. Range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7</cp:revision>
  <dcterms:created xsi:type="dcterms:W3CDTF">2026-08-13T05:48:26Z</dcterms:created>
  <dcterms:modified xsi:type="dcterms:W3CDTF">2026-08-13T06:08:57Z</dcterms:modified>
</cp:coreProperties>
</file>